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60" r:id="rId17"/>
    <p:sldId id="261" r:id="rId18"/>
    <p:sldId id="266" r:id="rId19"/>
    <p:sldId id="262" r:id="rId20"/>
    <p:sldId id="267" r:id="rId21"/>
    <p:sldId id="263" r:id="rId22"/>
    <p:sldId id="264" r:id="rId23"/>
    <p:sldId id="265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19" autoAdjust="0"/>
    <p:restoredTop sz="91146" autoAdjust="0"/>
  </p:normalViewPr>
  <p:slideViewPr>
    <p:cSldViewPr snapToGrid="0" snapToObjects="1">
      <p:cViewPr>
        <p:scale>
          <a:sx n="87" d="100"/>
          <a:sy n="87" d="100"/>
        </p:scale>
        <p:origin x="-118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77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2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95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600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43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79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39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59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34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7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2904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562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5775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24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12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1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16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dirty="0"/>
              <a:t>Layback Garments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Website &amp; Mobile App Prototype Presentation</a:t>
            </a:r>
          </a:p>
          <a:p>
            <a:r>
              <a:rPr b="1" dirty="0"/>
              <a:t>Presented by: </a:t>
            </a:r>
            <a:r>
              <a:rPr lang="en-GB" dirty="0" err="1" smtClean="0"/>
              <a:t>LayBack</a:t>
            </a:r>
            <a:r>
              <a:rPr lang="en-GB" dirty="0" smtClean="0"/>
              <a:t> </a:t>
            </a:r>
            <a:r>
              <a:rPr lang="en-GB" dirty="0" err="1" smtClean="0"/>
              <a:t>Devs</a:t>
            </a:r>
            <a:endParaRPr lang="en-GB" dirty="0" smtClean="0"/>
          </a:p>
          <a:p>
            <a:r>
              <a:rPr b="1" u="sng" dirty="0" smtClean="0"/>
              <a:t>Team Members:</a:t>
            </a:r>
            <a:endParaRPr lang="en-GB" b="1" u="sng" dirty="0" smtClean="0"/>
          </a:p>
          <a:p>
            <a:pPr marL="0" indent="0">
              <a:buNone/>
            </a:pPr>
            <a:r>
              <a:rPr lang="en-GB" dirty="0"/>
              <a:t>-</a:t>
            </a:r>
            <a:r>
              <a:rPr lang="en-GB" dirty="0" smtClean="0"/>
              <a:t>Lwandle Msiya </a:t>
            </a:r>
            <a:r>
              <a:rPr lang="en-GB" i="1" dirty="0" smtClean="0"/>
              <a:t>(Project Manager) – ST10406108</a:t>
            </a:r>
            <a:br>
              <a:rPr lang="en-GB" i="1" dirty="0" smtClean="0"/>
            </a:br>
            <a:r>
              <a:rPr lang="en-GB" dirty="0" smtClean="0"/>
              <a:t>-</a:t>
            </a:r>
            <a:r>
              <a:rPr lang="en-GB" dirty="0" err="1" smtClean="0"/>
              <a:t>Itumeleng</a:t>
            </a:r>
            <a:r>
              <a:rPr lang="en-GB" dirty="0" smtClean="0"/>
              <a:t> Kola </a:t>
            </a:r>
            <a:r>
              <a:rPr lang="en-GB" i="1" dirty="0" smtClean="0"/>
              <a:t>(Business Analyst) – ST10075573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-</a:t>
            </a:r>
            <a:r>
              <a:rPr lang="en-GB" dirty="0" err="1" smtClean="0"/>
              <a:t>Tumelo</a:t>
            </a:r>
            <a:r>
              <a:rPr lang="en-GB" dirty="0" smtClean="0"/>
              <a:t> </a:t>
            </a:r>
            <a:r>
              <a:rPr lang="en-GB" dirty="0" err="1" smtClean="0"/>
              <a:t>Teka</a:t>
            </a:r>
            <a:r>
              <a:rPr lang="en-GB" dirty="0" smtClean="0"/>
              <a:t> </a:t>
            </a:r>
            <a:r>
              <a:rPr lang="en-GB" i="1" dirty="0" smtClean="0"/>
              <a:t>(Software Developer) –ST10126814</a:t>
            </a:r>
            <a:endParaRPr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Presentation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1. </a:t>
            </a:r>
            <a:r>
              <a:rPr dirty="0" smtClean="0"/>
              <a:t>Opening </a:t>
            </a:r>
            <a:r>
              <a:rPr dirty="0"/>
              <a:t>Remarks</a:t>
            </a:r>
          </a:p>
          <a:p>
            <a:r>
              <a:rPr lang="en-GB" dirty="0" smtClean="0"/>
              <a:t>2. </a:t>
            </a:r>
            <a:r>
              <a:rPr dirty="0" smtClean="0"/>
              <a:t>Project </a:t>
            </a:r>
            <a:r>
              <a:rPr dirty="0"/>
              <a:t>Introduction</a:t>
            </a:r>
          </a:p>
          <a:p>
            <a:r>
              <a:rPr lang="en-GB" dirty="0" smtClean="0"/>
              <a:t>3. </a:t>
            </a:r>
            <a:r>
              <a:rPr dirty="0" smtClean="0"/>
              <a:t>Website </a:t>
            </a:r>
            <a:r>
              <a:rPr dirty="0"/>
              <a:t>Prototype Demo</a:t>
            </a:r>
          </a:p>
          <a:p>
            <a:r>
              <a:rPr lang="en-GB" dirty="0" smtClean="0"/>
              <a:t>4. </a:t>
            </a:r>
            <a:r>
              <a:rPr dirty="0" smtClean="0"/>
              <a:t>Mobile </a:t>
            </a:r>
            <a:r>
              <a:rPr dirty="0"/>
              <a:t>App Prototype Demo</a:t>
            </a:r>
          </a:p>
          <a:p>
            <a:r>
              <a:rPr lang="en-GB" dirty="0" smtClean="0"/>
              <a:t>5. </a:t>
            </a:r>
            <a:r>
              <a:rPr dirty="0" smtClean="0"/>
              <a:t>Challenges </a:t>
            </a:r>
            <a:r>
              <a:rPr dirty="0"/>
              <a:t>&amp; Solutions</a:t>
            </a:r>
          </a:p>
          <a:p>
            <a:r>
              <a:rPr lang="en-GB" dirty="0" smtClean="0"/>
              <a:t>6. </a:t>
            </a:r>
            <a:r>
              <a:rPr dirty="0" smtClean="0"/>
              <a:t>Conclusion </a:t>
            </a:r>
            <a:r>
              <a:rPr dirty="0"/>
              <a:t>&amp; Future Improvements</a:t>
            </a:r>
          </a:p>
          <a:p>
            <a:r>
              <a:rPr lang="en-GB" dirty="0" smtClean="0"/>
              <a:t>7. </a:t>
            </a:r>
            <a:r>
              <a:rPr dirty="0" smtClean="0"/>
              <a:t>Q&amp;A </a:t>
            </a:r>
            <a:r>
              <a:rPr dirty="0"/>
              <a:t>Session</a:t>
            </a:r>
          </a:p>
          <a:p>
            <a:r>
              <a:rPr lang="en-GB" dirty="0" smtClean="0"/>
              <a:t>8. </a:t>
            </a:r>
            <a:r>
              <a:rPr dirty="0" smtClean="0"/>
              <a:t>DevOps </a:t>
            </a:r>
            <a:r>
              <a:rPr dirty="0"/>
              <a:t>Update</a:t>
            </a:r>
          </a:p>
          <a:p>
            <a:r>
              <a:rPr lang="en-GB" dirty="0" smtClean="0"/>
              <a:t>9. </a:t>
            </a:r>
            <a:r>
              <a:rPr dirty="0" smtClean="0"/>
              <a:t>Closing </a:t>
            </a:r>
            <a:r>
              <a:rPr dirty="0"/>
              <a:t>Remarks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u="sng" dirty="0"/>
              <a:t>Group Name:</a:t>
            </a:r>
            <a:r>
              <a:rPr b="1" dirty="0"/>
              <a:t> </a:t>
            </a:r>
            <a:r>
              <a:rPr lang="en-GB" dirty="0" err="1" smtClean="0"/>
              <a:t>LayBack</a:t>
            </a:r>
            <a:r>
              <a:rPr lang="en-GB" dirty="0" smtClean="0"/>
              <a:t> </a:t>
            </a:r>
            <a:r>
              <a:rPr lang="en-GB" dirty="0" err="1" smtClean="0"/>
              <a:t>Devs</a:t>
            </a:r>
            <a:endParaRPr lang="en-GB" dirty="0"/>
          </a:p>
          <a:p>
            <a:r>
              <a:rPr lang="en-GB" b="1" u="sng" dirty="0" smtClean="0"/>
              <a:t>Group </a:t>
            </a:r>
            <a:r>
              <a:rPr b="1" u="sng" dirty="0" smtClean="0"/>
              <a:t>Members</a:t>
            </a:r>
            <a:r>
              <a:rPr b="1" u="sng" dirty="0"/>
              <a:t>: </a:t>
            </a:r>
            <a:endParaRPr lang="en-GB" b="1" u="sng" dirty="0" smtClean="0"/>
          </a:p>
          <a:p>
            <a:pPr marL="0" indent="0">
              <a:buNone/>
            </a:pPr>
            <a:r>
              <a:rPr lang="en-GB" dirty="0"/>
              <a:t>-Lwandle Msiya (Project Manager)</a:t>
            </a:r>
            <a:br>
              <a:rPr lang="en-GB" dirty="0"/>
            </a:br>
            <a:r>
              <a:rPr lang="en-GB" dirty="0"/>
              <a:t>-</a:t>
            </a:r>
            <a:r>
              <a:rPr lang="en-GB" dirty="0" err="1"/>
              <a:t>Itumeleng</a:t>
            </a:r>
            <a:r>
              <a:rPr lang="en-GB" dirty="0"/>
              <a:t> Kola (Business Analyst)</a:t>
            </a:r>
            <a:br>
              <a:rPr lang="en-GB" dirty="0"/>
            </a:br>
            <a:r>
              <a:rPr lang="en-GB" dirty="0"/>
              <a:t>-</a:t>
            </a:r>
            <a:r>
              <a:rPr lang="en-GB" dirty="0" err="1"/>
              <a:t>Tumelo</a:t>
            </a:r>
            <a:r>
              <a:rPr lang="en-GB" dirty="0"/>
              <a:t> </a:t>
            </a:r>
            <a:r>
              <a:rPr lang="en-GB" dirty="0" err="1"/>
              <a:t>Teka</a:t>
            </a:r>
            <a:r>
              <a:rPr lang="en-GB" dirty="0"/>
              <a:t> (Software Developer</a:t>
            </a:r>
            <a:r>
              <a:rPr lang="en-GB" dirty="0" smtClean="0"/>
              <a:t>)</a:t>
            </a:r>
          </a:p>
          <a:p>
            <a:pPr marL="0" indent="0">
              <a:buNone/>
            </a:pPr>
            <a:endParaRPr lang="en-GB" dirty="0"/>
          </a:p>
          <a:p>
            <a:r>
              <a:rPr b="1" u="sng" dirty="0" smtClean="0"/>
              <a:t>Project </a:t>
            </a:r>
            <a:r>
              <a:rPr b="1" u="sng" dirty="0"/>
              <a:t>Title: </a:t>
            </a:r>
            <a:r>
              <a:rPr dirty="0"/>
              <a:t>Layback Garments Online Experience</a:t>
            </a:r>
          </a:p>
          <a:p>
            <a:r>
              <a:rPr b="1" u="sng" dirty="0"/>
              <a:t>Problem Statement: </a:t>
            </a:r>
            <a:r>
              <a:rPr dirty="0"/>
              <a:t>Local apparel brands often lack an integrated, engaging digital platform to represent their style and connect with customers.</a:t>
            </a:r>
          </a:p>
          <a:p>
            <a:r>
              <a:rPr b="1" u="sng" dirty="0" smtClean="0"/>
              <a:t>Objective: </a:t>
            </a:r>
            <a:r>
              <a:rPr dirty="0"/>
              <a:t>To design a responsive website and mobile app that enhances brand identity, streamlines shopping, and builds community.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Website Prototype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Design </a:t>
            </a:r>
            <a:r>
              <a:rPr dirty="0"/>
              <a:t>Tools Used: </a:t>
            </a:r>
            <a:r>
              <a:rPr dirty="0" smtClean="0"/>
              <a:t>[</a:t>
            </a:r>
            <a:r>
              <a:rPr lang="en-US" dirty="0" smtClean="0"/>
              <a:t>Visual Studio Code</a:t>
            </a:r>
            <a:r>
              <a:rPr dirty="0" smtClean="0"/>
              <a:t>]</a:t>
            </a:r>
            <a:r>
              <a:rPr lang="en-US" dirty="0" smtClean="0"/>
              <a:t>.</a:t>
            </a:r>
            <a:endParaRPr dirty="0"/>
          </a:p>
          <a:p>
            <a:r>
              <a:rPr dirty="0" smtClean="0"/>
              <a:t>UI/UX</a:t>
            </a:r>
            <a:r>
              <a:rPr lang="en-US" dirty="0" smtClean="0"/>
              <a:t>.</a:t>
            </a:r>
          </a:p>
          <a:p>
            <a:r>
              <a:rPr lang="en-US" dirty="0" smtClean="0"/>
              <a:t>Screenshots of the website prototype.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1026" name="Picture 2" descr="C:\Users\Lebo\Documents\lbg\UserManagementAPI\UserManagementAPI\Screenshot 2025-06-01 18043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962" y="455614"/>
            <a:ext cx="7605712" cy="599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814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ZA" dirty="0"/>
          </a:p>
        </p:txBody>
      </p:sp>
      <p:pic>
        <p:nvPicPr>
          <p:cNvPr id="2050" name="Picture 2" descr="C:\Users\Lebo\Documents\lbg\UserManagementAPI\UserManagementAPI\Screenshot 2025-06-01 1807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05" y="261937"/>
            <a:ext cx="8795783" cy="5945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329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3074" name="Picture 2" descr="C:\Users\Lebo\Documents\lbg\UserManagementAPI\UserManagementAPI\Screenshot 2025-06-01 18073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60" y="274334"/>
            <a:ext cx="8344510" cy="576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457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4098" name="Picture 2" descr="C:\Users\Lebo\Documents\lbg\UserManagementAPI\UserManagementAPI\Screenshot 2025-06-01 18092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6" y="609600"/>
            <a:ext cx="8903562" cy="381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0439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5122" name="Picture 2" descr="C:\Users\Lebo\Documents\lbg\UserManagementAPI\UserManagementAPI\Screenshot 2025-06-01 18113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05" y="458788"/>
            <a:ext cx="7415212" cy="618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972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6146" name="Picture 2" descr="C:\Users\Lebo\Documents\lbg\UserManagementAPI\UserManagementAPI\Screenshot 2025-06-01 18162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488" y="375871"/>
            <a:ext cx="8664575" cy="653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6573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7170" name="Picture 2" descr="C:\Users\Lebo\Documents\lbg\UserManagementAPI\UserManagementAPI\Screenshot 2025-06-01 18055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61" y="224722"/>
            <a:ext cx="8431823" cy="569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888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8194" name="Picture 2" descr="C:\Users\Lebo\Documents\lbg\UserManagementAPI\UserManagementAPI\Screenshot 2025-06-01 181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69" y="404446"/>
            <a:ext cx="8824546" cy="5684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937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9218" name="Picture 2" descr="C:\Users\Lebo\Documents\lbg\UserManagementAPI\UserManagementAPI\Screenshot 2025-06-01 1818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03" y="370986"/>
            <a:ext cx="8712241" cy="549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7019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0242" name="Picture 2" descr="C:\Users\Lebo\Documents\lbg\UserManagementAPI\UserManagementAPI\Screenshot 2025-06-01 18285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89" y="175847"/>
            <a:ext cx="8863457" cy="539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85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p:pic>
        <p:nvPicPr>
          <p:cNvPr id="11266" name="Picture 2" descr="C:\Users\Lebo\Documents\lbg\UserManagementAPI\UserManagementAPI\Screenshot 2025-06-01 18292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498" y="562098"/>
            <a:ext cx="7491901" cy="588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405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7340"/>
            <a:ext cx="6347713" cy="678426"/>
          </a:xfrm>
        </p:spPr>
        <p:txBody>
          <a:bodyPr/>
          <a:lstStyle/>
          <a:p>
            <a:r>
              <a:rPr b="1" dirty="0"/>
              <a:t>Mobile App Prototype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471" y="727587"/>
            <a:ext cx="6691842" cy="5313777"/>
          </a:xfrm>
        </p:spPr>
        <p:txBody>
          <a:bodyPr/>
          <a:lstStyle/>
          <a:p>
            <a:r>
              <a:rPr dirty="0" smtClean="0"/>
              <a:t>Navigation Overview:</a:t>
            </a:r>
            <a:endParaRPr lang="en-GB" dirty="0" smtClean="0"/>
          </a:p>
          <a:p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7" y="1081523"/>
            <a:ext cx="5720081" cy="16886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6" y="5035220"/>
            <a:ext cx="5720081" cy="1678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2905521"/>
            <a:ext cx="5720082" cy="199436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smtClean="0"/>
              <a:t>Challenges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u="sng" dirty="0"/>
              <a:t>Challenges Faced:</a:t>
            </a:r>
          </a:p>
          <a:p>
            <a:r>
              <a:rPr lang="en-GB" dirty="0"/>
              <a:t>Changing requirements mid-project (e.g., Policy Page, Order Tracking, Coupons)</a:t>
            </a:r>
          </a:p>
          <a:p>
            <a:r>
              <a:rPr lang="en-GB" dirty="0"/>
              <a:t>Inconsistent UX/UI due to multiple contributors</a:t>
            </a:r>
          </a:p>
          <a:p>
            <a:r>
              <a:rPr lang="en-GB" dirty="0"/>
              <a:t>Complex coupon code validation logic</a:t>
            </a:r>
          </a:p>
          <a:p>
            <a:r>
              <a:rPr lang="en-GB" dirty="0"/>
              <a:t>Reworking database schema for new features</a:t>
            </a:r>
          </a:p>
          <a:p>
            <a:r>
              <a:rPr lang="en-GB" dirty="0"/>
              <a:t>Inconsistent display on mobile and tablet devices</a:t>
            </a:r>
          </a:p>
          <a:p>
            <a:r>
              <a:rPr lang="en-GB" dirty="0"/>
              <a:t>Limited team size causing workload distribution issues</a:t>
            </a:r>
          </a:p>
          <a:p>
            <a:r>
              <a:rPr lang="en-GB" dirty="0" smtClean="0"/>
              <a:t>Reassessed 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smtClean="0"/>
              <a:t>Solutions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sz="1900" b="1" u="sng" dirty="0" smtClean="0"/>
              <a:t>Solutions </a:t>
            </a:r>
            <a:r>
              <a:rPr lang="en-GB" sz="1900" b="1" u="sng" dirty="0"/>
              <a:t>Implemented:</a:t>
            </a:r>
          </a:p>
          <a:p>
            <a:r>
              <a:rPr lang="en-GB" sz="1900" dirty="0" smtClean="0"/>
              <a:t>scope</a:t>
            </a:r>
            <a:r>
              <a:rPr lang="en-GB" sz="1900" dirty="0"/>
              <a:t>, updated requirements, reallocated tasks, extended schedule</a:t>
            </a:r>
          </a:p>
          <a:p>
            <a:r>
              <a:rPr lang="en-GB" sz="1900" dirty="0"/>
              <a:t>Introduced standardized UI kit and enforced design templates</a:t>
            </a:r>
          </a:p>
          <a:p>
            <a:r>
              <a:rPr lang="en-GB" sz="1900" dirty="0"/>
              <a:t>Implemented server-side validation and flexible discount schema</a:t>
            </a:r>
          </a:p>
          <a:p>
            <a:r>
              <a:rPr lang="en-GB" sz="1900" dirty="0"/>
              <a:t>Revised ERD, redefined relationships, and managed data migration via SQL</a:t>
            </a:r>
          </a:p>
          <a:p>
            <a:r>
              <a:rPr lang="en-GB" sz="1900" dirty="0"/>
              <a:t>Refactored CSS, added responsive testing, used </a:t>
            </a:r>
            <a:r>
              <a:rPr lang="en-GB" sz="1900" dirty="0" err="1"/>
              <a:t>BrowserStack</a:t>
            </a:r>
            <a:endParaRPr lang="en-GB" sz="1900" dirty="0"/>
          </a:p>
          <a:p>
            <a:r>
              <a:rPr lang="en-GB" sz="1900" dirty="0"/>
              <a:t>Redistributed tasks weekly, prioritized features, brought in a part-time tester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4735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 smtClean="0"/>
              <a:t>Conclusion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960" y="1473200"/>
            <a:ext cx="6642353" cy="4568163"/>
          </a:xfrm>
        </p:spPr>
        <p:txBody>
          <a:bodyPr>
            <a:normAutofit fontScale="85000" lnSpcReduction="20000"/>
          </a:bodyPr>
          <a:lstStyle/>
          <a:p>
            <a:pPr marL="0" indent="0" fontAlgn="base">
              <a:buNone/>
            </a:pPr>
            <a:r>
              <a:rPr lang="en-GB" sz="2400" dirty="0"/>
              <a:t/>
            </a:r>
            <a:br>
              <a:rPr lang="en-GB" sz="2400" dirty="0"/>
            </a:br>
            <a:endParaRPr lang="en-GB" sz="2400" dirty="0"/>
          </a:p>
          <a:p>
            <a:pPr fontAlgn="base"/>
            <a:r>
              <a:rPr lang="en-GB" sz="2400" dirty="0"/>
              <a:t>This project successfully delivered a </a:t>
            </a:r>
            <a:r>
              <a:rPr lang="en-GB" sz="2400" dirty="0" smtClean="0"/>
              <a:t> efficient e-commerce </a:t>
            </a:r>
            <a:r>
              <a:rPr lang="en-GB" sz="2400" dirty="0"/>
              <a:t>platform for a digital clothing brand. </a:t>
            </a:r>
            <a:endParaRPr lang="en-GB" sz="2400" dirty="0" smtClean="0"/>
          </a:p>
          <a:p>
            <a:pPr fontAlgn="base"/>
            <a:r>
              <a:rPr lang="en-GB" sz="2400" dirty="0" smtClean="0"/>
              <a:t>The </a:t>
            </a:r>
            <a:r>
              <a:rPr lang="en-GB" sz="2400" dirty="0"/>
              <a:t>system enables user registration, product browsing, secure order placement, coupon application, policy display, and order tracking</a:t>
            </a:r>
            <a:r>
              <a:rPr lang="en-GB" sz="2400" dirty="0" smtClean="0"/>
              <a:t>.</a:t>
            </a:r>
          </a:p>
          <a:p>
            <a:pPr fontAlgn="base"/>
            <a:r>
              <a:rPr lang="en-GB" sz="2400" dirty="0" smtClean="0"/>
              <a:t>Despite </a:t>
            </a:r>
            <a:r>
              <a:rPr lang="en-GB" sz="2400" dirty="0"/>
              <a:t>challenges such as changing requirements and tight resources, the team demonstrated adaptability and coordination, leading to the completion of a functional and user-friendly system</a:t>
            </a:r>
            <a:r>
              <a:rPr lang="en-GB" sz="2400" dirty="0" smtClean="0"/>
              <a:t>.</a:t>
            </a:r>
            <a:endParaRPr lang="en-GB" sz="2400" dirty="0"/>
          </a:p>
          <a:p>
            <a:pPr fontAlgn="base"/>
            <a:r>
              <a:rPr lang="en-GB" sz="2400" dirty="0"/>
              <a:t>The inclusion of essential backend operations such as product management, return handling, and administrative control further ensures that the platform can be maintained and scaled by non-technical users in the future.</a:t>
            </a:r>
          </a:p>
          <a:p>
            <a:pPr marL="0" indent="0" fontAlgn="base">
              <a:buNone/>
            </a:pPr>
            <a:endParaRPr lang="en-GB" sz="2000" dirty="0"/>
          </a:p>
          <a:p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 smtClean="0"/>
              <a:t>Future </a:t>
            </a:r>
            <a:r>
              <a:rPr b="1" dirty="0"/>
              <a:t>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680" y="1838960"/>
            <a:ext cx="6723633" cy="4202403"/>
          </a:xfrm>
        </p:spPr>
        <p:txBody>
          <a:bodyPr>
            <a:normAutofit fontScale="47500" lnSpcReduction="20000"/>
          </a:bodyPr>
          <a:lstStyle/>
          <a:p>
            <a:pPr marL="0" indent="0" fontAlgn="base">
              <a:buNone/>
            </a:pPr>
            <a:endParaRPr lang="en-GB" sz="2900" dirty="0"/>
          </a:p>
          <a:p>
            <a:pPr fontAlgn="base"/>
            <a:r>
              <a:rPr lang="en-GB" sz="2900" b="1" u="sng" dirty="0"/>
              <a:t>Future Improvements</a:t>
            </a:r>
          </a:p>
          <a:p>
            <a:pPr fontAlgn="base"/>
            <a:r>
              <a:rPr lang="en-GB" sz="2900" dirty="0"/>
              <a:t>• Mobile App Integration: Develop a native app to enhance mobile experience and increase customer retention.</a:t>
            </a:r>
          </a:p>
          <a:p>
            <a:pPr fontAlgn="base"/>
            <a:r>
              <a:rPr lang="en-GB" sz="2900" dirty="0"/>
              <a:t>• AI-Based Product Recommendations: Integrate a recommendation engine to suggest items based on user </a:t>
            </a:r>
            <a:r>
              <a:rPr lang="en-GB" sz="2900" dirty="0" smtClean="0"/>
              <a:t>behaviour </a:t>
            </a:r>
            <a:r>
              <a:rPr lang="en-GB" sz="2900" dirty="0"/>
              <a:t>and preferences.</a:t>
            </a:r>
          </a:p>
          <a:p>
            <a:pPr fontAlgn="base"/>
            <a:r>
              <a:rPr lang="en-GB" sz="2900" dirty="0"/>
              <a:t>• Live Chat Support: Add real-time customer support functionality to improve user engagement and trust.</a:t>
            </a:r>
          </a:p>
          <a:p>
            <a:pPr fontAlgn="base"/>
            <a:r>
              <a:rPr lang="en-GB" sz="2900" dirty="0"/>
              <a:t>• Inventory Automation: Automate stock tracking and notifications to reduce manual effort and improve inventory accuracy.</a:t>
            </a:r>
          </a:p>
          <a:p>
            <a:pPr fontAlgn="base"/>
            <a:r>
              <a:rPr lang="en-GB" sz="2900" dirty="0"/>
              <a:t>• Customer Reviews System: Allow users to rate and review products for social proof and increased conversions.</a:t>
            </a:r>
          </a:p>
          <a:p>
            <a:pPr fontAlgn="base"/>
            <a:r>
              <a:rPr lang="en-GB" sz="2900" dirty="0"/>
              <a:t>• Analytics Dashboard Enhancements: Provide more detailed metrics like customer retention, popular products, and coupon performance.</a:t>
            </a:r>
          </a:p>
          <a:p>
            <a:pPr fontAlgn="base"/>
            <a:r>
              <a:rPr lang="en-GB" sz="2900" dirty="0"/>
              <a:t>• Multi-language &amp; Currency Support: Expand for global reach with localization features.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6019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Q&amp;A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We’re ready for your questions!</a:t>
            </a:r>
          </a:p>
          <a:p>
            <a:r>
              <a:rPr dirty="0"/>
              <a:t>- Feedback welcome</a:t>
            </a:r>
          </a:p>
          <a:p>
            <a:r>
              <a:rPr dirty="0"/>
              <a:t>- Suggestions appreciated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DevOps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u="sng" dirty="0"/>
              <a:t>Version Control:</a:t>
            </a:r>
          </a:p>
          <a:p>
            <a:r>
              <a:rPr dirty="0"/>
              <a:t>- GitHub used for source control</a:t>
            </a:r>
          </a:p>
          <a:p>
            <a:r>
              <a:rPr dirty="0"/>
              <a:t>- Branching &amp; pull request model</a:t>
            </a:r>
          </a:p>
          <a:p>
            <a:r>
              <a:rPr b="1" u="sng" dirty="0"/>
              <a:t>Deployment Pipeline:</a:t>
            </a:r>
          </a:p>
          <a:p>
            <a:r>
              <a:rPr dirty="0"/>
              <a:t>- Currently in staging phase using [</a:t>
            </a:r>
            <a:r>
              <a:rPr dirty="0" err="1"/>
              <a:t>Vercel</a:t>
            </a:r>
            <a:r>
              <a:rPr dirty="0"/>
              <a:t>/</a:t>
            </a:r>
            <a:r>
              <a:rPr dirty="0" err="1"/>
              <a:t>Netlify</a:t>
            </a:r>
            <a:r>
              <a:rPr dirty="0"/>
              <a:t>/etc.]</a:t>
            </a:r>
          </a:p>
          <a:p>
            <a:r>
              <a:rPr dirty="0"/>
              <a:t>- Future CI/CD steps to include auto-deploy on merge</a:t>
            </a:r>
          </a:p>
          <a:p>
            <a:r>
              <a:rPr b="1" u="sng" dirty="0"/>
              <a:t>Next Steps:</a:t>
            </a:r>
          </a:p>
          <a:p>
            <a:r>
              <a:rPr dirty="0"/>
              <a:t>- Automate tests</a:t>
            </a:r>
          </a:p>
          <a:p>
            <a:r>
              <a:rPr dirty="0"/>
              <a:t>- Set up monitoring and logs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Closing Remarks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Thank you for your attention and </a:t>
            </a:r>
            <a:r>
              <a:rPr dirty="0" smtClean="0"/>
              <a:t>feedback</a:t>
            </a:r>
            <a:r>
              <a:rPr lang="en-GB" dirty="0" smtClean="0"/>
              <a:t>!</a:t>
            </a:r>
            <a:endParaRPr dirty="0"/>
          </a:p>
          <a:p>
            <a:r>
              <a:rPr dirty="0"/>
              <a:t>We appreciate the guidance throughout this </a:t>
            </a:r>
            <a:r>
              <a:rPr dirty="0" smtClean="0"/>
              <a:t>project</a:t>
            </a:r>
            <a:r>
              <a:rPr lang="en-GB" dirty="0" smtClean="0"/>
              <a:t>.</a:t>
            </a:r>
            <a:endParaRPr dirty="0"/>
          </a:p>
          <a:p>
            <a:r>
              <a:rPr b="1" dirty="0"/>
              <a:t>Final submission deadline: </a:t>
            </a:r>
            <a:r>
              <a:rPr lang="en-GB" dirty="0" smtClean="0"/>
              <a:t>02/06/2025</a:t>
            </a:r>
          </a:p>
          <a:p>
            <a:r>
              <a:rPr dirty="0" smtClean="0"/>
              <a:t>Team </a:t>
            </a:r>
            <a:r>
              <a:rPr dirty="0"/>
              <a:t>Layback Garments </a:t>
            </a:r>
            <a:r>
              <a:rPr dirty="0" smtClean="0"/>
              <a:t>signing o</a:t>
            </a:r>
            <a:r>
              <a:rPr lang="en-GB" dirty="0" err="1" smtClean="0"/>
              <a:t>ut</a:t>
            </a:r>
            <a:r>
              <a:rPr dirty="0" smtClean="0"/>
              <a:t>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86</TotalTime>
  <Words>450</Words>
  <Application>Microsoft Office PowerPoint</Application>
  <PresentationFormat>On-screen Show (4:3)</PresentationFormat>
  <Paragraphs>81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Facet</vt:lpstr>
      <vt:lpstr>Layback Garments</vt:lpstr>
      <vt:lpstr>Presentation Overview</vt:lpstr>
      <vt:lpstr>Project Introduction</vt:lpstr>
      <vt:lpstr>Website Prototype Demo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Mobile App Prototype Demo</vt:lpstr>
      <vt:lpstr>Challenges</vt:lpstr>
      <vt:lpstr>Solutions</vt:lpstr>
      <vt:lpstr>Conclusion</vt:lpstr>
      <vt:lpstr>Future Improvements</vt:lpstr>
      <vt:lpstr>Q&amp;A Session</vt:lpstr>
      <vt:lpstr>DevOps Update</vt:lpstr>
      <vt:lpstr>Closing Remarks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Layback Garments</dc:title>
  <dc:creator>Lebo</dc:creator>
  <dc:description>generated using python-pptx</dc:description>
  <cp:lastModifiedBy>Lebo</cp:lastModifiedBy>
  <cp:revision>13</cp:revision>
  <dcterms:created xsi:type="dcterms:W3CDTF">2013-01-27T09:14:16Z</dcterms:created>
  <dcterms:modified xsi:type="dcterms:W3CDTF">2025-06-01T16:33:28Z</dcterms:modified>
</cp:coreProperties>
</file>